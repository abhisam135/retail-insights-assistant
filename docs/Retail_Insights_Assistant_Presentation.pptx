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1" r:id="rId7"/>
    <p:sldId id="261" r:id="rId8"/>
    <p:sldId id="272" r:id="rId9"/>
    <p:sldId id="262" r:id="rId10"/>
    <p:sldId id="264" r:id="rId11"/>
    <p:sldId id="265" r:id="rId12"/>
    <p:sldId id="267" r:id="rId13"/>
    <p:sldId id="268" r:id="rId14"/>
    <p:sldId id="269" r:id="rId15"/>
    <p:sldId id="273" r:id="rId16"/>
    <p:sldId id="270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Retail Insights Assistant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GenAI + Scalable Data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Retail organizations manage large-scale sales data across regions, products &amp; time</a:t>
            </a:r>
          </a:p>
          <a:p>
            <a:pPr lvl="1"/>
            <a:r>
              <a:t>Business users need conversational analytics instead of SQL dependency</a:t>
            </a:r>
          </a:p>
          <a:p>
            <a:pPr lvl="1"/>
            <a:r>
              <a:t>Executives require automated, concise performance summaries</a:t>
            </a:r>
          </a:p>
          <a:p>
            <a:pPr lvl="1"/>
            <a:r>
              <a:t>System must scale beyond 100GB historical 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Functional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Accepts: CSV dataset OR summarized report (Excel / JSON / Text)</a:t>
            </a:r>
          </a:p>
          <a:p>
            <a:pPr lvl="1"/>
            <a:r>
              <a:t>Summarization Mode → Executive performance summary</a:t>
            </a:r>
          </a:p>
          <a:p>
            <a:pPr lvl="1"/>
            <a:r>
              <a:t>Conversational Q&amp;A Mode → Natural language business queries</a:t>
            </a:r>
          </a:p>
          <a:p>
            <a:pPr lvl="1"/>
            <a:r>
              <a:t>Multi-agent orchestration for reliability &amp; safety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Solution Overview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dirty="0"/>
              <a:t>GenAI-Powered Retail Intelligence Assistant</a:t>
            </a:r>
          </a:p>
          <a:p>
            <a:r>
              <a:rPr lang="en-IN" dirty="0"/>
              <a:t>• Dual Modes:</a:t>
            </a:r>
          </a:p>
          <a:p>
            <a:r>
              <a:rPr lang="en-IN" dirty="0"/>
              <a:t>Executive Summarization Mode</a:t>
            </a:r>
          </a:p>
          <a:p>
            <a:r>
              <a:rPr lang="en-IN" dirty="0"/>
              <a:t>Conversational Q&amp;A Mode</a:t>
            </a:r>
          </a:p>
          <a:p>
            <a:r>
              <a:rPr lang="en-IN" dirty="0"/>
              <a:t>• Multi-Agent Orchestration (</a:t>
            </a:r>
            <a:r>
              <a:rPr lang="en-IN" dirty="0" err="1"/>
              <a:t>LangGraph</a:t>
            </a:r>
            <a:r>
              <a:rPr lang="en-IN" dirty="0"/>
              <a:t>)</a:t>
            </a:r>
            <a:br>
              <a:rPr lang="en-IN" dirty="0"/>
            </a:br>
            <a:r>
              <a:rPr lang="en-IN" dirty="0"/>
              <a:t>• Deterministic SQL layer (</a:t>
            </a:r>
            <a:r>
              <a:rPr lang="en-IN" dirty="0" err="1"/>
              <a:t>DuckDB</a:t>
            </a:r>
            <a:r>
              <a:rPr lang="en-IN" dirty="0"/>
              <a:t>)</a:t>
            </a:r>
            <a:br>
              <a:rPr lang="en-IN" dirty="0"/>
            </a:br>
            <a:r>
              <a:rPr lang="en-IN" dirty="0"/>
              <a:t>• LLM-driven insight generation</a:t>
            </a:r>
            <a:br>
              <a:rPr lang="en-IN" dirty="0"/>
            </a:br>
            <a:r>
              <a:rPr lang="en-IN" dirty="0"/>
              <a:t>• Schema-aware &amp; dataset-agnostic</a:t>
            </a:r>
            <a:br>
              <a:rPr lang="en-IN" dirty="0"/>
            </a:br>
            <a:r>
              <a:rPr lang="en-IN" dirty="0"/>
              <a:t>• </a:t>
            </a:r>
            <a:r>
              <a:rPr lang="en-IN" dirty="0" err="1"/>
              <a:t>Streamlit</a:t>
            </a:r>
            <a:r>
              <a:rPr lang="en-IN" dirty="0"/>
              <a:t> UI for business users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Multi-Agent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b="1" dirty="0"/>
              <a:t>Layer 1 – Data Ingestion</a:t>
            </a:r>
            <a:br>
              <a:rPr lang="en-IN" dirty="0"/>
            </a:br>
            <a:r>
              <a:rPr lang="en-IN" dirty="0"/>
              <a:t>• CSV / Excel / JSON / Text</a:t>
            </a:r>
            <a:br>
              <a:rPr lang="en-IN" dirty="0"/>
            </a:br>
            <a:r>
              <a:rPr lang="en-IN" dirty="0"/>
              <a:t>• Dynamic schema normalization</a:t>
            </a:r>
            <a:br>
              <a:rPr lang="en-IN" dirty="0"/>
            </a:br>
            <a:r>
              <a:rPr lang="en-IN" dirty="0"/>
              <a:t>• Safe preprocessing</a:t>
            </a:r>
          </a:p>
          <a:p>
            <a:r>
              <a:rPr lang="en-IN" b="1" dirty="0"/>
              <a:t>Layer 2 – Analytics Engine</a:t>
            </a:r>
            <a:br>
              <a:rPr lang="en-IN" dirty="0"/>
            </a:br>
            <a:r>
              <a:rPr lang="en-IN" dirty="0"/>
              <a:t>• </a:t>
            </a:r>
            <a:r>
              <a:rPr lang="en-IN" dirty="0" err="1"/>
              <a:t>DuckDB</a:t>
            </a:r>
            <a:r>
              <a:rPr lang="en-IN" dirty="0"/>
              <a:t> in-memory analytical layer</a:t>
            </a:r>
            <a:br>
              <a:rPr lang="en-IN" dirty="0"/>
            </a:br>
            <a:r>
              <a:rPr lang="en-IN" dirty="0"/>
              <a:t>• SQL execution &amp; validation</a:t>
            </a:r>
            <a:br>
              <a:rPr lang="en-IN" dirty="0"/>
            </a:br>
            <a:r>
              <a:rPr lang="en-IN" dirty="0"/>
              <a:t>• Structured computation in Python</a:t>
            </a:r>
          </a:p>
          <a:p>
            <a:r>
              <a:rPr lang="en-IN" b="1" dirty="0"/>
              <a:t>Layer 3 – Intelligence Layer</a:t>
            </a:r>
            <a:br>
              <a:rPr lang="en-IN" dirty="0"/>
            </a:br>
            <a:r>
              <a:rPr lang="en-IN" dirty="0"/>
              <a:t>• SQL Generation Agent</a:t>
            </a:r>
            <a:br>
              <a:rPr lang="en-IN" dirty="0"/>
            </a:br>
            <a:r>
              <a:rPr lang="en-IN" dirty="0"/>
              <a:t>• Validation Agent</a:t>
            </a:r>
            <a:br>
              <a:rPr lang="en-IN" dirty="0"/>
            </a:br>
            <a:r>
              <a:rPr lang="en-IN" dirty="0"/>
              <a:t>• Execution Agent</a:t>
            </a:r>
            <a:br>
              <a:rPr lang="en-IN" dirty="0"/>
            </a:br>
            <a:r>
              <a:rPr lang="en-IN" dirty="0"/>
              <a:t>• Insight Agent</a:t>
            </a:r>
            <a:br>
              <a:rPr lang="en-IN" dirty="0"/>
            </a:br>
            <a:r>
              <a:rPr lang="en-IN" dirty="0"/>
              <a:t>• Summary Agent</a:t>
            </a:r>
          </a:p>
          <a:p>
            <a:r>
              <a:rPr lang="en-IN" b="1" dirty="0"/>
              <a:t>Layer 4 – UI Layer</a:t>
            </a:r>
            <a:br>
              <a:rPr lang="en-IN" dirty="0"/>
            </a:br>
            <a:r>
              <a:rPr lang="en-IN" dirty="0"/>
              <a:t>• Interactive </a:t>
            </a:r>
            <a:r>
              <a:rPr lang="en-IN" dirty="0" err="1"/>
              <a:t>Streamlit</a:t>
            </a:r>
            <a:r>
              <a:rPr lang="en-IN" dirty="0"/>
              <a:t> dashboard</a:t>
            </a:r>
            <a:br>
              <a:rPr lang="en-IN" dirty="0"/>
            </a:br>
            <a:r>
              <a:rPr lang="en-IN" dirty="0"/>
              <a:t>• Real-time query responses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1D922DC-52B2-29DD-F1D9-BD0B4ED79177}"/>
              </a:ext>
            </a:extLst>
          </p:cNvPr>
          <p:cNvSpPr txBox="1"/>
          <p:nvPr/>
        </p:nvSpPr>
        <p:spPr>
          <a:xfrm>
            <a:off x="127819" y="29497"/>
            <a:ext cx="9016181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User Question</a:t>
            </a:r>
          </a:p>
          <a:p>
            <a:r>
              <a:rPr lang="en-IN" dirty="0"/>
              <a:t>      │</a:t>
            </a:r>
          </a:p>
          <a:p>
            <a:r>
              <a:rPr lang="en-IN" dirty="0"/>
              <a:t>      ▼</a:t>
            </a:r>
          </a:p>
          <a:p>
            <a:r>
              <a:rPr lang="en-IN" dirty="0"/>
              <a:t>[Intent Router Node]</a:t>
            </a:r>
          </a:p>
          <a:p>
            <a:r>
              <a:rPr lang="en-IN" dirty="0"/>
              <a:t>      │</a:t>
            </a:r>
          </a:p>
          <a:p>
            <a:r>
              <a:rPr lang="en-IN" dirty="0"/>
              <a:t>      ├── If Summarization Mode ───────────────┐</a:t>
            </a:r>
          </a:p>
          <a:p>
            <a:r>
              <a:rPr lang="en-IN" dirty="0"/>
              <a:t>      │                                         ▼</a:t>
            </a:r>
          </a:p>
          <a:p>
            <a:r>
              <a:rPr lang="en-IN" dirty="0"/>
              <a:t>      │                               [Summary Agent]</a:t>
            </a:r>
          </a:p>
          <a:p>
            <a:r>
              <a:rPr lang="en-IN" dirty="0"/>
              <a:t>      │                                         │</a:t>
            </a:r>
          </a:p>
          <a:p>
            <a:r>
              <a:rPr lang="en-IN" dirty="0"/>
              <a:t>                                                ▼</a:t>
            </a:r>
          </a:p>
          <a:p>
            <a:r>
              <a:rPr lang="en-IN" dirty="0"/>
              <a:t>      │                                  Executive Summary</a:t>
            </a:r>
          </a:p>
          <a:p>
            <a:r>
              <a:rPr lang="en-IN" dirty="0"/>
              <a:t>      │</a:t>
            </a:r>
          </a:p>
          <a:p>
            <a:r>
              <a:rPr lang="en-IN" dirty="0"/>
              <a:t>      └── If Q&amp;A Mode ──────────────────────────┐</a:t>
            </a:r>
          </a:p>
          <a:p>
            <a:r>
              <a:rPr lang="en-IN" dirty="0"/>
              <a:t>                                                ▼</a:t>
            </a:r>
          </a:p>
          <a:p>
            <a:r>
              <a:rPr lang="en-IN" dirty="0"/>
              <a:t>                                       [SQL Generation Agent]</a:t>
            </a:r>
          </a:p>
          <a:p>
            <a:r>
              <a:rPr lang="en-IN" dirty="0"/>
              <a:t>                                                │</a:t>
            </a:r>
          </a:p>
          <a:p>
            <a:r>
              <a:rPr lang="en-IN" dirty="0"/>
              <a:t>                                                ▼</a:t>
            </a:r>
          </a:p>
          <a:p>
            <a:r>
              <a:rPr lang="en-IN" dirty="0"/>
              <a:t>                                       [SQL Validation Agent]</a:t>
            </a:r>
          </a:p>
          <a:p>
            <a:r>
              <a:rPr lang="en-IN" dirty="0"/>
              <a:t>                                                │</a:t>
            </a:r>
          </a:p>
          <a:p>
            <a:r>
              <a:rPr lang="en-IN" dirty="0"/>
              <a:t>                                                ▼</a:t>
            </a:r>
          </a:p>
          <a:p>
            <a:r>
              <a:rPr lang="en-IN" dirty="0"/>
              <a:t>                                       [Execution Agent]</a:t>
            </a:r>
          </a:p>
          <a:p>
            <a:r>
              <a:rPr lang="en-IN" dirty="0"/>
              <a:t>                                                │</a:t>
            </a:r>
          </a:p>
          <a:p>
            <a:r>
              <a:rPr lang="en-IN" dirty="0"/>
              <a:t>                                                ▼</a:t>
            </a:r>
          </a:p>
          <a:p>
            <a:r>
              <a:rPr lang="en-IN" dirty="0"/>
              <a:t>                                       [Insight Agent]             Final Answer</a:t>
            </a:r>
          </a:p>
          <a:p>
            <a:r>
              <a:rPr lang="en-IN" dirty="0"/>
              <a:t>                                                                                         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A946176-D13D-886C-D5B2-118D6C328957}"/>
              </a:ext>
            </a:extLst>
          </p:cNvPr>
          <p:cNvCxnSpPr/>
          <p:nvPr/>
        </p:nvCxnSpPr>
        <p:spPr>
          <a:xfrm>
            <a:off x="3657600" y="6548284"/>
            <a:ext cx="32446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491C1165-6B29-F546-7074-EEBCBFAE4340}"/>
              </a:ext>
            </a:extLst>
          </p:cNvPr>
          <p:cNvSpPr/>
          <p:nvPr/>
        </p:nvSpPr>
        <p:spPr>
          <a:xfrm rot="5400000">
            <a:off x="3977147" y="6457336"/>
            <a:ext cx="191732" cy="181896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46384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Summarization Mode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dirty="0"/>
              <a:t>Deterministic Metrics + Generative Insights</a:t>
            </a:r>
          </a:p>
          <a:p>
            <a:r>
              <a:rPr lang="en-IN" dirty="0"/>
              <a:t>• Numeric metrics computed via Python (no hallucination risk)</a:t>
            </a:r>
            <a:br>
              <a:rPr lang="en-IN" dirty="0"/>
            </a:br>
            <a:r>
              <a:rPr lang="en-IN" dirty="0"/>
              <a:t>• Auto-detection of revenue, region, time columns</a:t>
            </a:r>
            <a:br>
              <a:rPr lang="en-IN" dirty="0"/>
            </a:br>
            <a:r>
              <a:rPr lang="en-IN" dirty="0"/>
              <a:t>• Year-over-Year growth analysis</a:t>
            </a:r>
            <a:br>
              <a:rPr lang="en-IN" dirty="0"/>
            </a:br>
            <a:r>
              <a:rPr lang="en-IN" dirty="0"/>
              <a:t>• Category &amp; regional performance trends</a:t>
            </a:r>
            <a:br>
              <a:rPr lang="en-IN" dirty="0"/>
            </a:br>
            <a:r>
              <a:rPr lang="en-IN" dirty="0"/>
              <a:t>• Structured metrics → LLM → Executive narrative</a:t>
            </a:r>
          </a:p>
          <a:p>
            <a:r>
              <a:rPr lang="en-IN" b="1" dirty="0"/>
              <a:t>Design Principle:</a:t>
            </a:r>
            <a:br>
              <a:rPr lang="en-IN" dirty="0"/>
            </a:br>
            <a:r>
              <a:rPr lang="en-IN" dirty="0"/>
              <a:t>LLM interprets — Python calculates.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E0C12-6A3D-1461-AAF9-68113D4A1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Q&amp;A Mode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34E81-D291-8A02-AAB0-40F7E54054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dirty="0"/>
              <a:t>Conversational Business Intelligence via Multi-Agent Pipeline</a:t>
            </a:r>
          </a:p>
          <a:p>
            <a:r>
              <a:rPr lang="en-IN" dirty="0"/>
              <a:t>Agent 1 – Language → SQL Generation</a:t>
            </a:r>
            <a:br>
              <a:rPr lang="en-IN" dirty="0"/>
            </a:br>
            <a:r>
              <a:rPr lang="en-IN" dirty="0"/>
              <a:t>Agent 2 – SQL Safety &amp; Validation</a:t>
            </a:r>
            <a:br>
              <a:rPr lang="en-IN" dirty="0"/>
            </a:br>
            <a:r>
              <a:rPr lang="en-IN" dirty="0"/>
              <a:t>Agent 3 – </a:t>
            </a:r>
            <a:r>
              <a:rPr lang="en-IN" dirty="0" err="1"/>
              <a:t>DuckDB</a:t>
            </a:r>
            <a:r>
              <a:rPr lang="en-IN" dirty="0"/>
              <a:t> Execution</a:t>
            </a:r>
            <a:br>
              <a:rPr lang="en-IN" dirty="0"/>
            </a:br>
            <a:r>
              <a:rPr lang="en-IN" dirty="0"/>
              <a:t>Agent 4 – Business Insight Generation</a:t>
            </a:r>
          </a:p>
          <a:p>
            <a:r>
              <a:rPr lang="en-IN" dirty="0"/>
              <a:t>• Schema injected dynamically</a:t>
            </a:r>
            <a:br>
              <a:rPr lang="en-IN" dirty="0"/>
            </a:br>
            <a:r>
              <a:rPr lang="en-IN" dirty="0"/>
              <a:t>• Prevents column hallucination</a:t>
            </a:r>
            <a:br>
              <a:rPr lang="en-IN" dirty="0"/>
            </a:br>
            <a:r>
              <a:rPr lang="en-IN" dirty="0"/>
              <a:t>• SELECT-only enforcement</a:t>
            </a:r>
            <a:br>
              <a:rPr lang="en-IN" dirty="0"/>
            </a:br>
            <a:r>
              <a:rPr lang="en-IN" dirty="0"/>
              <a:t>• Deterministic execution</a:t>
            </a:r>
            <a:br>
              <a:rPr lang="en-IN" dirty="0"/>
            </a:br>
            <a:r>
              <a:rPr lang="en-IN" dirty="0"/>
              <a:t>• Business-friendly answer transformation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3696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100GB+ Scalability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dirty="0"/>
              <a:t>Cold Storage</a:t>
            </a:r>
            <a:br>
              <a:rPr lang="en-IN" dirty="0"/>
            </a:br>
            <a:r>
              <a:rPr lang="en-IN" dirty="0"/>
              <a:t>• S3 / Azure Data Lake / GCS</a:t>
            </a:r>
            <a:br>
              <a:rPr lang="en-IN" dirty="0"/>
            </a:br>
            <a:r>
              <a:rPr lang="en-IN" dirty="0"/>
              <a:t>• Partitioned Parquet (Year / Region / Category)</a:t>
            </a:r>
          </a:p>
          <a:p>
            <a:r>
              <a:rPr lang="en-IN" b="1" dirty="0"/>
              <a:t>Processing Layer</a:t>
            </a:r>
            <a:br>
              <a:rPr lang="en-IN" dirty="0"/>
            </a:br>
            <a:r>
              <a:rPr lang="en-IN" dirty="0"/>
              <a:t>• Spark / Databricks batch processing</a:t>
            </a:r>
          </a:p>
          <a:p>
            <a:r>
              <a:rPr lang="en-IN" b="1" dirty="0"/>
              <a:t>Warehouse Layer</a:t>
            </a:r>
            <a:br>
              <a:rPr lang="en-IN" dirty="0"/>
            </a:br>
            <a:r>
              <a:rPr lang="en-IN" dirty="0"/>
              <a:t>• Snowflake / </a:t>
            </a:r>
            <a:r>
              <a:rPr lang="en-IN" dirty="0" err="1"/>
              <a:t>BigQuery</a:t>
            </a:r>
            <a:r>
              <a:rPr lang="en-IN" dirty="0"/>
              <a:t> / Redshift</a:t>
            </a:r>
          </a:p>
          <a:p>
            <a:r>
              <a:rPr lang="en-IN" b="1" dirty="0"/>
              <a:t>Interactive Layer</a:t>
            </a:r>
            <a:br>
              <a:rPr lang="en-IN" dirty="0"/>
            </a:br>
            <a:r>
              <a:rPr lang="en-IN" dirty="0"/>
              <a:t>• </a:t>
            </a:r>
            <a:r>
              <a:rPr lang="en-IN" dirty="0" err="1"/>
              <a:t>DuckDB</a:t>
            </a:r>
            <a:r>
              <a:rPr lang="en-IN" dirty="0"/>
              <a:t> for local analytical subsets</a:t>
            </a:r>
          </a:p>
          <a:p>
            <a:r>
              <a:rPr lang="en-IN" b="1" dirty="0"/>
              <a:t>Hybrid Retrieval Strategy</a:t>
            </a:r>
            <a:br>
              <a:rPr lang="en-IN" dirty="0"/>
            </a:br>
            <a:r>
              <a:rPr lang="en-IN" dirty="0"/>
              <a:t>• SQL for structured queries</a:t>
            </a:r>
            <a:br>
              <a:rPr lang="en-IN" dirty="0"/>
            </a:br>
            <a:r>
              <a:rPr lang="en-IN" dirty="0"/>
              <a:t>• Vector DB + RAG for document insights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Orchestration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Prompt templates &amp; reusable chains</a:t>
            </a:r>
          </a:p>
          <a:p>
            <a:pPr lvl="1"/>
            <a:r>
              <a:t>Caching frequent queries</a:t>
            </a:r>
          </a:p>
          <a:p>
            <a:pPr lvl="1"/>
            <a:r>
              <a:t>Token usage monitoring &amp; cost tracking</a:t>
            </a:r>
          </a:p>
          <a:p>
            <a:pPr lvl="1"/>
            <a:r>
              <a:t>Retry &amp; fallback mechanisms</a:t>
            </a:r>
          </a:p>
          <a:p>
            <a:pPr lvl="1"/>
            <a:r>
              <a:t>Latency optimization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Monitoring &amp; 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Observability &amp; Responsible AI Controls</a:t>
            </a:r>
          </a:p>
          <a:p>
            <a:r>
              <a:rPr lang="en-IN" dirty="0"/>
              <a:t>• SQL success rate tracking</a:t>
            </a:r>
            <a:br>
              <a:rPr lang="en-IN" dirty="0"/>
            </a:br>
            <a:r>
              <a:rPr lang="en-IN" dirty="0"/>
              <a:t>• Token usage monitoring</a:t>
            </a:r>
            <a:br>
              <a:rPr lang="en-IN" dirty="0"/>
            </a:br>
            <a:r>
              <a:rPr lang="en-IN" dirty="0"/>
              <a:t>• Cost-per-query measurement</a:t>
            </a:r>
            <a:br>
              <a:rPr lang="en-IN" dirty="0"/>
            </a:br>
            <a:r>
              <a:rPr lang="en-IN" dirty="0"/>
              <a:t>• Latency tracking</a:t>
            </a:r>
            <a:br>
              <a:rPr lang="en-IN" dirty="0"/>
            </a:br>
            <a:r>
              <a:rPr lang="en-IN" dirty="0"/>
              <a:t>• Retry &amp; fallback mechanism</a:t>
            </a:r>
            <a:br>
              <a:rPr lang="en-IN" dirty="0"/>
            </a:br>
            <a:r>
              <a:rPr lang="en-IN" dirty="0"/>
              <a:t>• Guardrails against unsafe SQL</a:t>
            </a:r>
            <a:br>
              <a:rPr lang="en-IN" dirty="0"/>
            </a:br>
            <a:r>
              <a:rPr lang="en-IN" dirty="0"/>
              <a:t>• Schema validation enforcement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Streamlit UI – Home / Mode Selection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F5AF35-ADA2-A764-29CB-E228A074BC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580" y="1371600"/>
            <a:ext cx="7315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Summarization Mode Output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DE517E-488D-82A0-FA1D-8AE68646E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17407"/>
            <a:ext cx="7315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Conversational Q&amp;A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7315200" cy="4114800"/>
          </a:xfrm>
          <a:prstGeom prst="rect">
            <a:avLst/>
          </a:prstGeom>
          <a:noFill/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📸 Insert UI Screenshot Here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DE15E7-3A2C-4AAA-F8CF-11420E51C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15484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97FA9E5-387A-B874-2B9E-B549DDF236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922" y="1291441"/>
            <a:ext cx="7620001" cy="3998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3769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GenAI-powered Retail Insights Assistant</a:t>
            </a:r>
          </a:p>
          <a:p>
            <a:pPr lvl="1"/>
            <a:r>
              <a:t>Supports summarization &amp; conversational BI</a:t>
            </a:r>
          </a:p>
          <a:p>
            <a:pPr lvl="1"/>
            <a:r>
              <a:t>Multi-agent architecture ensures reliability</a:t>
            </a:r>
          </a:p>
          <a:p>
            <a:pPr lvl="1"/>
            <a:r>
              <a:t>Enterprise-ready &amp; scalable beyond 100GB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1648</TotalTime>
  <Words>603</Words>
  <Application>Microsoft Office PowerPoint</Application>
  <PresentationFormat>On-screen Show (4:3)</PresentationFormat>
  <Paragraphs>80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Retail Insights Assistant</vt:lpstr>
      <vt:lpstr>Problem Statement</vt:lpstr>
      <vt:lpstr>Functional Scope</vt:lpstr>
      <vt:lpstr>Solution Overview</vt:lpstr>
      <vt:lpstr>Multi-Agent Architecture</vt:lpstr>
      <vt:lpstr>PowerPoint Presentation</vt:lpstr>
      <vt:lpstr>Summarization Mode</vt:lpstr>
      <vt:lpstr>Q&amp;A Mode</vt:lpstr>
      <vt:lpstr>100GB+ Scalability Architecture</vt:lpstr>
      <vt:lpstr>Model Orchestration at Scale</vt:lpstr>
      <vt:lpstr>Monitoring &amp; Evaluation</vt:lpstr>
      <vt:lpstr>PowerPoint Presentation</vt:lpstr>
      <vt:lpstr>PowerPoint Presentation</vt:lpstr>
      <vt:lpstr>PowerPoint Presentation</vt:lpstr>
      <vt:lpstr>PowerPoint Presentation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abhishek nair</cp:lastModifiedBy>
  <cp:revision>3</cp:revision>
  <dcterms:created xsi:type="dcterms:W3CDTF">2013-01-27T09:14:16Z</dcterms:created>
  <dcterms:modified xsi:type="dcterms:W3CDTF">2026-02-24T18:14:14Z</dcterms:modified>
  <cp:category/>
</cp:coreProperties>
</file>